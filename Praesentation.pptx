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1" r:id="rId6"/>
    <p:sldId id="268" r:id="rId7"/>
    <p:sldId id="260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C80"/>
    <a:srgbClr val="AB6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86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880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</a:rPr>
              <a:t>Wertschriften</a:t>
            </a:r>
            <a:r>
              <a:rPr lang="en-US" sz="3600" b="1" dirty="0">
                <a:solidFill>
                  <a:srgbClr val="FFFFFF"/>
                </a:solidFill>
              </a:rPr>
              <a:t>-Portfolio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6E4F7"/>
                </a:solidFill>
              </a:rPr>
              <a:t>Zwischenstand &amp; Architektur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Was ist das Ziel?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Ein System zur Verwaltung von Wertschriftenportfolios: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Wertschriften kaufen &amp; verkaufen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64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Aktien, ETFs – mit Kurs, Menge und Währung erfassen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Portfolios verwalten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69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Mehrere Portfolios pro Benutzer, je mit eigenen Konten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26664"/>
            <a:ext cx="841248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6" name="Text 14"/>
          <p:cNvSpPr/>
          <p:nvPr/>
        </p:nvSpPr>
        <p:spPr>
          <a:xfrm>
            <a:off x="457200" y="302666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099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Performance analysieren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74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Gewinn/Verlust, Marktwert, Volatilität berechnen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31336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0" name="Text 18"/>
          <p:cNvSpPr/>
          <p:nvPr/>
        </p:nvSpPr>
        <p:spPr>
          <a:xfrm>
            <a:off x="457200" y="38313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Zwei Teile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78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Backend (Java) liefert Daten – Frontend (React) zeigt sie 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(programming language) - Wikipedia">
            <a:extLst>
              <a:ext uri="{FF2B5EF4-FFF2-40B4-BE49-F238E27FC236}">
                <a16:creationId xmlns:a16="http://schemas.microsoft.com/office/drawing/2014/main" id="{530990A2-6461-BE14-FB37-B927F44B3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82" y="131534"/>
            <a:ext cx="1026418" cy="188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en Builds Bite Back: The Surprising Pitfalls of Maven Environments and  Reproducibility | FOSSA Blog">
            <a:extLst>
              <a:ext uri="{FF2B5EF4-FFF2-40B4-BE49-F238E27FC236}">
                <a16:creationId xmlns:a16="http://schemas.microsoft.com/office/drawing/2014/main" id="{D786FFCF-0187-621F-511F-8F98AC5BE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657" y="131534"/>
            <a:ext cx="2982686" cy="149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2 Database – Wikipedia">
            <a:extLst>
              <a:ext uri="{FF2B5EF4-FFF2-40B4-BE49-F238E27FC236}">
                <a16:creationId xmlns:a16="http://schemas.microsoft.com/office/drawing/2014/main" id="{2603865C-0261-2A23-3C3D-5FDE3E725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81" y="3354998"/>
            <a:ext cx="1740354" cy="95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astAPI - FastAPI">
            <a:extLst>
              <a:ext uri="{FF2B5EF4-FFF2-40B4-BE49-F238E27FC236}">
                <a16:creationId xmlns:a16="http://schemas.microsoft.com/office/drawing/2014/main" id="{D9AE56E6-7C89-177A-CDCD-058044053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018" y="1981402"/>
            <a:ext cx="3788229" cy="136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utomate OpenAPI Client Libraries Like A Wizard | by Alex | Medium">
            <a:extLst>
              <a:ext uri="{FF2B5EF4-FFF2-40B4-BE49-F238E27FC236}">
                <a16:creationId xmlns:a16="http://schemas.microsoft.com/office/drawing/2014/main" id="{D6DE6EBE-0C9A-A0DA-2025-69F71CA5B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343" y="1253748"/>
            <a:ext cx="2196563" cy="123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act. What is React | by Elfaz Aklilu | Medium">
            <a:extLst>
              <a:ext uri="{FF2B5EF4-FFF2-40B4-BE49-F238E27FC236}">
                <a16:creationId xmlns:a16="http://schemas.microsoft.com/office/drawing/2014/main" id="{14AB49B8-3AF6-FB4D-89FB-08AB8D06A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045" y="3004728"/>
            <a:ext cx="2351313" cy="130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SP.NET Core Swagger UI Authorization using IdentityServer4">
            <a:extLst>
              <a:ext uri="{FF2B5EF4-FFF2-40B4-BE49-F238E27FC236}">
                <a16:creationId xmlns:a16="http://schemas.microsoft.com/office/drawing/2014/main" id="{9A669597-BAA1-952D-7994-B360E3D9D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445" y="3984690"/>
            <a:ext cx="2737377" cy="76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Spring Boot - JAVAPRO Germany">
            <a:extLst>
              <a:ext uri="{FF2B5EF4-FFF2-40B4-BE49-F238E27FC236}">
                <a16:creationId xmlns:a16="http://schemas.microsoft.com/office/drawing/2014/main" id="{D07CFB72-4320-19A7-BBF9-983855CF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686" y="0"/>
            <a:ext cx="1491344" cy="149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242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3777174" y="2121407"/>
            <a:ext cx="0" cy="1276643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18" name="Shape 16"/>
          <p:cNvSpPr/>
          <p:nvPr/>
        </p:nvSpPr>
        <p:spPr>
          <a:xfrm>
            <a:off x="1902654" y="1828800"/>
            <a:ext cx="131181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4473524" y="1956816"/>
            <a:ext cx="1568547" cy="3749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0" name="Shape 18"/>
          <p:cNvSpPr/>
          <p:nvPr/>
        </p:nvSpPr>
        <p:spPr>
          <a:xfrm flipV="1">
            <a:off x="4473524" y="1316740"/>
            <a:ext cx="1427872" cy="445238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4" name="Shape 22"/>
          <p:cNvSpPr/>
          <p:nvPr/>
        </p:nvSpPr>
        <p:spPr>
          <a:xfrm>
            <a:off x="7434774" y="1371600"/>
            <a:ext cx="46423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Architektur – Übersicht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62774" y="1527048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9" name="Text 7"/>
          <p:cNvSpPr/>
          <p:nvPr/>
        </p:nvSpPr>
        <p:spPr>
          <a:xfrm>
            <a:off x="2862774" y="15270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 Backend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97414" y="1069848"/>
            <a:ext cx="1737360" cy="594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1" name="Text 9"/>
          <p:cNvSpPr/>
          <p:nvPr/>
        </p:nvSpPr>
        <p:spPr>
          <a:xfrm>
            <a:off x="5697414" y="10698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/ yFinance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97414" y="1984248"/>
            <a:ext cx="173736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3" name="Text 11"/>
          <p:cNvSpPr/>
          <p:nvPr/>
        </p:nvSpPr>
        <p:spPr>
          <a:xfrm>
            <a:off x="5697414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AlphaVantage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3374" y="1069848"/>
            <a:ext cx="1371600" cy="59436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5" name="Text 13"/>
          <p:cNvSpPr/>
          <p:nvPr/>
        </p:nvSpPr>
        <p:spPr>
          <a:xfrm>
            <a:off x="7663374" y="10698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Yahoo Finance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62774" y="3081528"/>
            <a:ext cx="1828800" cy="5943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7" name="Text 15"/>
          <p:cNvSpPr/>
          <p:nvPr/>
        </p:nvSpPr>
        <p:spPr>
          <a:xfrm>
            <a:off x="2862774" y="30815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H2 Datenbank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02654" y="1571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REST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1574" y="11493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REST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19708" y="2130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REST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22894" y="2441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JPA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734" y="3767328"/>
            <a:ext cx="164592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8" name="Text 26"/>
          <p:cNvSpPr/>
          <p:nvPr/>
        </p:nvSpPr>
        <p:spPr>
          <a:xfrm>
            <a:off x="485334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React UI: Benutzeroberfläche (noch in Entwicklung)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734" y="3977640"/>
            <a:ext cx="164592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0" name="Text 28"/>
          <p:cNvSpPr/>
          <p:nvPr/>
        </p:nvSpPr>
        <p:spPr>
          <a:xfrm>
            <a:off x="485334" y="39593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Java Backend: Zentrale Logik &amp; Gateway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734" y="4187952"/>
            <a:ext cx="164592" cy="14630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2" name="Text 30"/>
          <p:cNvSpPr/>
          <p:nvPr/>
        </p:nvSpPr>
        <p:spPr>
          <a:xfrm>
            <a:off x="485334" y="41696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Python/yFinance: Holt Live-Kurse von Yahoo Finance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734" y="4398264"/>
            <a:ext cx="164592" cy="1463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4" name="Text 32"/>
          <p:cNvSpPr/>
          <p:nvPr/>
        </p:nvSpPr>
        <p:spPr>
          <a:xfrm>
            <a:off x="485334" y="43799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AlphaVantage: Backup-Datenquelle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734" y="4608576"/>
            <a:ext cx="164592" cy="14630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6" name="Text 34"/>
          <p:cNvSpPr/>
          <p:nvPr/>
        </p:nvSpPr>
        <p:spPr>
          <a:xfrm>
            <a:off x="485334" y="45902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H2 Datenbank: Speichert Portfolios, Transaktionen, etc.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6734" y="1527048"/>
            <a:ext cx="164592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7" name="Text 5"/>
          <p:cNvSpPr/>
          <p:nvPr/>
        </p:nvSpPr>
        <p:spPr>
          <a:xfrm>
            <a:off x="256734" y="15270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UI</a:t>
            </a:r>
            <a:endParaRPr lang="en-US" sz="1050" dirty="0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4CF19E8-154B-8DA5-919A-28FDF837835A}"/>
              </a:ext>
            </a:extLst>
          </p:cNvPr>
          <p:cNvSpPr/>
          <p:nvPr/>
        </p:nvSpPr>
        <p:spPr>
          <a:xfrm>
            <a:off x="5605973" y="942535"/>
            <a:ext cx="3495817" cy="1814733"/>
          </a:xfrm>
          <a:prstGeom prst="roundRect">
            <a:avLst>
              <a:gd name="adj" fmla="val 775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Warum zwei Datenprovider?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68547" y="103397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Eine einzelne Datenquelle ist ein Risiko – fällt sie aus, funktioniert nichts mehr.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98442"/>
            <a:ext cx="54864" cy="2560320"/>
          </a:xfrm>
          <a:prstGeom prst="rect">
            <a:avLst/>
          </a:prstGeom>
          <a:solidFill>
            <a:srgbClr val="AB67FF"/>
          </a:solidFill>
          <a:ln w="12700">
            <a:noFill/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9" name="Text 7"/>
          <p:cNvSpPr/>
          <p:nvPr/>
        </p:nvSpPr>
        <p:spPr>
          <a:xfrm>
            <a:off x="411480" y="168988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09922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09922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✅  Sehr viele Wertschriften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✅  Dividenden, Splits, Volume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✅  Kostenlos &amp; Open Source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❌  INOFFIZIELL – kann jederzeit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     ausfallen oder blockiert werden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598442"/>
            <a:ext cx="54864" cy="2560320"/>
          </a:xfrm>
          <a:prstGeom prst="rect">
            <a:avLst/>
          </a:prstGeom>
          <a:solidFill>
            <a:srgbClr val="31BC80"/>
          </a:solidFill>
          <a:ln w="12700">
            <a:noFill/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5" name="Text 13"/>
          <p:cNvSpPr/>
          <p:nvPr/>
        </p:nvSpPr>
        <p:spPr>
          <a:xfrm>
            <a:off x="4892040" y="2009922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009922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✅  Offizielle REST-API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✅  Stabil &amp; zuverlässig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✅  Kostenlos mit API-Key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❌  Limitierte Anzahl Requests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     pro Tag (Free Tier)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36431" y="4542057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→  Das Java Backend wählt automatisch den verfügbaren Provider – das Frontend merkt nichts davon.</a:t>
            </a:r>
            <a:endParaRPr lang="en-US" sz="1100" dirty="0"/>
          </a:p>
        </p:txBody>
      </p:sp>
      <p:pic>
        <p:nvPicPr>
          <p:cNvPr id="21" name="Grafik 20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2CBB1DD4-6FA2-24A7-2AAA-51279B1A7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94" y="1461282"/>
            <a:ext cx="2217703" cy="940339"/>
          </a:xfrm>
          <a:prstGeom prst="rect">
            <a:avLst/>
          </a:prstGeom>
        </p:spPr>
      </p:pic>
      <p:pic>
        <p:nvPicPr>
          <p:cNvPr id="3078" name="Picture 6" descr="Fundamental Data Documentation">
            <a:extLst>
              <a:ext uri="{FF2B5EF4-FFF2-40B4-BE49-F238E27FC236}">
                <a16:creationId xmlns:a16="http://schemas.microsoft.com/office/drawing/2014/main" id="{57B0412F-5A6C-0D7D-024F-C04DF5AC7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56" y="1489467"/>
            <a:ext cx="3235847" cy="82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3777174" y="2121407"/>
            <a:ext cx="0" cy="1276643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18" name="Shape 16"/>
          <p:cNvSpPr/>
          <p:nvPr/>
        </p:nvSpPr>
        <p:spPr>
          <a:xfrm>
            <a:off x="1902654" y="1828800"/>
            <a:ext cx="131181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4473524" y="1956816"/>
            <a:ext cx="1568547" cy="3749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0" name="Shape 18"/>
          <p:cNvSpPr/>
          <p:nvPr/>
        </p:nvSpPr>
        <p:spPr>
          <a:xfrm flipV="1">
            <a:off x="4473524" y="1316740"/>
            <a:ext cx="1427872" cy="445238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4" name="Shape 22"/>
          <p:cNvSpPr/>
          <p:nvPr/>
        </p:nvSpPr>
        <p:spPr>
          <a:xfrm>
            <a:off x="7434774" y="1371600"/>
            <a:ext cx="46423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Architektur – Übersicht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62774" y="1527048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9" name="Text 7"/>
          <p:cNvSpPr/>
          <p:nvPr/>
        </p:nvSpPr>
        <p:spPr>
          <a:xfrm>
            <a:off x="2862774" y="15270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 Backend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97414" y="1069848"/>
            <a:ext cx="1737360" cy="594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1" name="Text 9"/>
          <p:cNvSpPr/>
          <p:nvPr/>
        </p:nvSpPr>
        <p:spPr>
          <a:xfrm>
            <a:off x="5697414" y="10698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/ yFinance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97414" y="1984248"/>
            <a:ext cx="173736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3" name="Text 11"/>
          <p:cNvSpPr/>
          <p:nvPr/>
        </p:nvSpPr>
        <p:spPr>
          <a:xfrm>
            <a:off x="5697414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AlphaVantage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3374" y="1069848"/>
            <a:ext cx="1371600" cy="59436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5" name="Text 13"/>
          <p:cNvSpPr/>
          <p:nvPr/>
        </p:nvSpPr>
        <p:spPr>
          <a:xfrm>
            <a:off x="7663374" y="10698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Yahoo Finance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62774" y="3081528"/>
            <a:ext cx="1828800" cy="5943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7" name="Text 15"/>
          <p:cNvSpPr/>
          <p:nvPr/>
        </p:nvSpPr>
        <p:spPr>
          <a:xfrm>
            <a:off x="2862774" y="30815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H2 Datenbank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02654" y="1571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REST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1574" y="11493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REST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19708" y="2130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</a:rPr>
              <a:t>REST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22894" y="2441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JPA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734" y="3767328"/>
            <a:ext cx="164592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8" name="Text 26"/>
          <p:cNvSpPr/>
          <p:nvPr/>
        </p:nvSpPr>
        <p:spPr>
          <a:xfrm>
            <a:off x="485334" y="3749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React UI: Benutzeroberfläche (noch in Entwicklung)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734" y="3977640"/>
            <a:ext cx="164592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0" name="Text 28"/>
          <p:cNvSpPr/>
          <p:nvPr/>
        </p:nvSpPr>
        <p:spPr>
          <a:xfrm>
            <a:off x="485334" y="39593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Java Backend: Zentrale Logik &amp; Gateway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734" y="4187952"/>
            <a:ext cx="164592" cy="14630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2" name="Text 30"/>
          <p:cNvSpPr/>
          <p:nvPr/>
        </p:nvSpPr>
        <p:spPr>
          <a:xfrm>
            <a:off x="485334" y="41696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Python/yFinance: Holt Live-Kurse von Yahoo Finance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734" y="4398264"/>
            <a:ext cx="164592" cy="1463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4" name="Text 32"/>
          <p:cNvSpPr/>
          <p:nvPr/>
        </p:nvSpPr>
        <p:spPr>
          <a:xfrm>
            <a:off x="485334" y="43799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AlphaVantage: Backup-Datenquelle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734" y="4608576"/>
            <a:ext cx="164592" cy="14630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6" name="Text 34"/>
          <p:cNvSpPr/>
          <p:nvPr/>
        </p:nvSpPr>
        <p:spPr>
          <a:xfrm>
            <a:off x="485334" y="45902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H2 Datenbank: Speichert Portfolios, Transaktionen, etc.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6734" y="1527048"/>
            <a:ext cx="164592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7" name="Text 5"/>
          <p:cNvSpPr/>
          <p:nvPr/>
        </p:nvSpPr>
        <p:spPr>
          <a:xfrm>
            <a:off x="256734" y="15270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UI</a:t>
            </a:r>
            <a:endParaRPr lang="en-US" sz="1050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178A599-76A2-31A7-38BE-364D9139BE07}"/>
              </a:ext>
            </a:extLst>
          </p:cNvPr>
          <p:cNvSpPr/>
          <p:nvPr/>
        </p:nvSpPr>
        <p:spPr>
          <a:xfrm>
            <a:off x="2799471" y="3016993"/>
            <a:ext cx="1983544" cy="745234"/>
          </a:xfrm>
          <a:prstGeom prst="roundRect">
            <a:avLst>
              <a:gd name="adj" fmla="val 775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004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Datenbankmodell</a:t>
            </a:r>
            <a:endParaRPr lang="en-US" sz="2400" dirty="0"/>
          </a:p>
        </p:txBody>
      </p:sp>
      <p:pic>
        <p:nvPicPr>
          <p:cNvPr id="39" name="Grafik 38" descr="Ein Bild, das Text, Diagramm, parallel, Plan enthält.&#10;&#10;Automatisch generierte Beschreibung">
            <a:extLst>
              <a:ext uri="{FF2B5EF4-FFF2-40B4-BE49-F238E27FC236}">
                <a16:creationId xmlns:a16="http://schemas.microsoft.com/office/drawing/2014/main" id="{BE6AA367-34F0-4A4B-E8C6-204F16F18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837" y="866064"/>
            <a:ext cx="6730326" cy="41789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Wie funktioniert der yFinance-Ablauf?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326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Java Backend sendet GET-Request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z.B. GET /quote/AAPL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5780" y="1417320"/>
            <a:ext cx="0" cy="155448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2" name="Text 10"/>
          <p:cNvSpPr/>
          <p:nvPr/>
        </p:nvSpPr>
        <p:spPr>
          <a:xfrm>
            <a:off x="2743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5910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Python FastAPI empfängt die Anfrage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8470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via Uvicorn Webserver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5780" y="2075688"/>
            <a:ext cx="0" cy="155448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16" name="Shape 14"/>
          <p:cNvSpPr/>
          <p:nvPr/>
        </p:nvSpPr>
        <p:spPr>
          <a:xfrm>
            <a:off x="274320" y="2231136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7" name="Text 15"/>
          <p:cNvSpPr/>
          <p:nvPr/>
        </p:nvSpPr>
        <p:spPr>
          <a:xfrm>
            <a:off x="274320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2494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FastAPI ruft yFinance-Bibliothek auf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50545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yFinance ist eine Python-Bibliothek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5780" y="2734056"/>
            <a:ext cx="0" cy="155448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2" name="Text 20"/>
          <p:cNvSpPr/>
          <p:nvPr/>
        </p:nvSpPr>
        <p:spPr>
          <a:xfrm>
            <a:off x="27432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2907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yFinance holt Daten von Yahoo Finance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6382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HTTP-Request an Yahoo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" y="3392424"/>
            <a:ext cx="0" cy="155448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26" name="Shape 24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7" name="Text 25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566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Antwort wird als JSON zurückgeschickt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8221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Open, High, Low, Close, Volume …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" y="4050792"/>
            <a:ext cx="0" cy="155448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  <a:tailEnd type="arrow"/>
          </a:ln>
        </p:spPr>
        <p:txBody>
          <a:bodyPr/>
          <a:lstStyle/>
          <a:p>
            <a:endParaRPr lang="de-CH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2" name="Text 30"/>
          <p:cNvSpPr/>
          <p:nvPr/>
        </p:nvSpPr>
        <p:spPr>
          <a:xfrm>
            <a:off x="274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42245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Java Backend erhält die JSON-Antwort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4805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und gibt sie ans Frontend weiter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Aktueller Stand 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F0FAF4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978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Entities (Datenmodell)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16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User, Portfolio, Account, Security, Transaction, FxRate – alle mit Beziehungen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1" name="Text 9"/>
          <p:cNvSpPr/>
          <p:nvPr/>
        </p:nvSpPr>
        <p:spPr>
          <a:xfrm>
            <a:off x="320040" y="157276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636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Repositories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8745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Spring Data JPA – automatische Datenbankzugriffe ohne SQL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8595360" cy="566928"/>
          </a:xfrm>
          <a:prstGeom prst="rect">
            <a:avLst/>
          </a:prstGeom>
          <a:solidFill>
            <a:srgbClr val="F0FAF4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5" name="Text 13"/>
          <p:cNvSpPr/>
          <p:nvPr/>
        </p:nvSpPr>
        <p:spPr>
          <a:xfrm>
            <a:off x="320040" y="223113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2295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Service-Interfaces &amp; Impl.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5328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Geschäftslogik für alle Entitäten implementiert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9" name="Text 17"/>
          <p:cNvSpPr/>
          <p:nvPr/>
        </p:nvSpPr>
        <p:spPr>
          <a:xfrm>
            <a:off x="320040" y="288950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2953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REST-Controller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19125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User, Portfolio, Account, Security, Transaction, FxRate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8595360" cy="566928"/>
          </a:xfrm>
          <a:prstGeom prst="rect">
            <a:avLst/>
          </a:prstGeom>
          <a:solidFill>
            <a:srgbClr val="F0FAF4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3" name="Text 21"/>
          <p:cNvSpPr/>
          <p:nvPr/>
        </p:nvSpPr>
        <p:spPr>
          <a:xfrm>
            <a:off x="320040" y="35478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Swagger 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84962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Alle Endpoints dokumentiert und direkt testbar unter /swagger-ui.html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7" name="Text 25"/>
          <p:cNvSpPr/>
          <p:nvPr/>
        </p:nvSpPr>
        <p:spPr>
          <a:xfrm>
            <a:off x="320040" y="4206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4270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H2 Datenbank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5079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Läuft, sauberes Schema, erreichbar unter /h2-console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Was kommt noch?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1051560"/>
            <a:ext cx="36576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9" name="Text 7"/>
          <p:cNvSpPr/>
          <p:nvPr/>
        </p:nvSpPr>
        <p:spPr>
          <a:xfrm>
            <a:off x="978408" y="10424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MarketController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30759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Gateway-Endpoints zu yFinance: Quote, Historical, Info, News, Earnings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2" name="Text 10"/>
          <p:cNvSpPr/>
          <p:nvPr/>
        </p:nvSpPr>
        <p:spPr>
          <a:xfrm>
            <a:off x="320040" y="176479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8680" y="1856232"/>
            <a:ext cx="36576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4" name="Text 12"/>
          <p:cNvSpPr/>
          <p:nvPr/>
        </p:nvSpPr>
        <p:spPr>
          <a:xfrm>
            <a:off x="978408" y="18470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Performance-Berechnung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8408" y="21122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Marktwert, Gewinn/Verlust und Volatilität pro Portfolio berechnen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69464"/>
            <a:ext cx="859536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7" name="Text 15"/>
          <p:cNvSpPr/>
          <p:nvPr/>
        </p:nvSpPr>
        <p:spPr>
          <a:xfrm>
            <a:off x="320040" y="256946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68680" y="2660904"/>
            <a:ext cx="36576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9" name="Text 17"/>
          <p:cNvSpPr/>
          <p:nvPr/>
        </p:nvSpPr>
        <p:spPr>
          <a:xfrm>
            <a:off x="978408" y="26517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AlphaVantage Anbindung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8408" y="291693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Zweiten Datenprovider anschliessen als Fallback zu yFinance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2" name="Text 20"/>
          <p:cNvSpPr/>
          <p:nvPr/>
        </p:nvSpPr>
        <p:spPr>
          <a:xfrm>
            <a:off x="320040" y="337413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3465576"/>
            <a:ext cx="36576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4" name="Text 22"/>
          <p:cNvSpPr/>
          <p:nvPr/>
        </p:nvSpPr>
        <p:spPr>
          <a:xfrm>
            <a:off x="978408" y="34564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JUnit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" y="372160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Unit-Tests für Services, Integrationstests für Controller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78808"/>
            <a:ext cx="859536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7" name="Text 25"/>
          <p:cNvSpPr/>
          <p:nvPr/>
        </p:nvSpPr>
        <p:spPr>
          <a:xfrm>
            <a:off x="320040" y="417880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68680" y="4270248"/>
            <a:ext cx="36576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9" name="Text 27"/>
          <p:cNvSpPr/>
          <p:nvPr/>
        </p:nvSpPr>
        <p:spPr>
          <a:xfrm>
            <a:off x="978408" y="426110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React Frontend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" y="452628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Web-UI für Portfolioverwaltung, Kursverläufe und Performance-Diagramme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6883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Ende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500</Words>
  <Application>Microsoft Office PowerPoint</Application>
  <PresentationFormat>Bildschirmpräsentation (16:9)</PresentationFormat>
  <Paragraphs>129</Paragraphs>
  <Slides>11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Wertschriften-Portfolio-Verwaltung</dc:title>
  <dc:subject>PptxGenJS Presentation</dc:subject>
  <dc:creator>PptxGenJS</dc:creator>
  <cp:lastModifiedBy>Joel Trachsler</cp:lastModifiedBy>
  <cp:revision>2</cp:revision>
  <dcterms:created xsi:type="dcterms:W3CDTF">2026-06-02T12:10:07Z</dcterms:created>
  <dcterms:modified xsi:type="dcterms:W3CDTF">2026-06-05T07:13:02Z</dcterms:modified>
</cp:coreProperties>
</file>